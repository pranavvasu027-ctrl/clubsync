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1CF7-6EF2-49C8-BBFE-11F4D1753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78C16-776C-4993-823C-9AB52A660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1E5C3-B974-4907-99BF-5F0FB710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76594-64E1-4E99-A77C-42CE6F1B7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D26F1-CB12-4F51-9E9E-45C64B4C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2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5F74-211F-4168-9D81-4846282B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2B8B-7A05-418F-B3BD-4C63CB356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3BBB8-66DC-46AB-A58C-0244B060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AF16F-E48E-415C-B88C-8ACD30EA7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CA910-AADB-4E28-A944-3D8623E0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4D80-FC08-474F-8BE9-B96ACEDC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537C5-5B3A-49C1-B1A8-4AA33CA7C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8E243-A859-49EC-9D61-5FB5A4DC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DF6F1-9EE5-4071-A950-547F61D4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9FD7E-57D5-4257-B6D1-04D4605A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0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A8804-DCF9-4F40-9014-1DF9A014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0707-F8AE-4D17-9A71-2E0941A34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B68A4-00B8-4707-AA43-A99F6BA21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9825B-06FB-4612-A412-E3A8C43A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72D3-9A8E-4773-A1CB-F21F6F51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FFF84-6E01-4D48-B8D6-DF649770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5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B043B-7109-429B-9CA5-4F3378DC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56EC-0093-4489-9DD5-0EC629DA7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DB950-DC42-4495-B7AC-AE003776E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6BCF6-5F84-4EB7-B77E-120384155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B2281-D396-48CF-BC99-B83C53DE9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80F15-D5CE-47C7-A007-461CF9CE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27BD9-E049-4738-9552-005E93A7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A6EC5-DDB8-4823-B58E-748E0B81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43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E80B-5AF4-4471-A798-0A1D17F7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2F28C-83C2-4082-B95C-F4DE3650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9AB64-5711-4292-B39C-E614857B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1BFA0-3680-413C-A56B-AECD7B7A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92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4C4BB-C481-4DA3-9AD9-C5BF0F15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C28DC-600E-42C4-A5D4-2755E0E7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58C09-718E-4F81-88E2-5D4E96E1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1C1D-CE28-49E1-81FB-D78534BF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FE233-FEF9-447E-B48E-957D43020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F1042-46DD-44FB-8DAA-90925F68E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8CF49-8FBC-44F8-B411-19D20DE0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6C23A-6CD2-40AB-BCCE-55321183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3B3A5-1564-47F3-84A2-30C36925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4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D3C3-5FE4-43EE-B73B-0511CD80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F5E30A-2C3D-49F7-9DAE-BDC74B0C6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B4255-E2A5-4B05-B145-D2BD318E4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E7593-0CB0-4392-92F2-9FBAE3691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A772F-B6D0-4A05-961D-EFB8D04F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28D78-1512-42E1-BC9A-4A2BEA54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08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77CB-7CCE-47E9-9405-E88CAE242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CF297-C0AD-4ED6-ACB3-38E8B77B1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012ED-BCE8-4CFA-A924-1CBF91428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EF818-9863-421A-85CE-37B9F3F8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61EEB-C9F2-4625-9C14-17E25E04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4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404CA-A74B-4F97-84EC-517F681F4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5799F-10EF-4063-81C7-459D9CCCE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56870-9050-4A52-9CE0-2036FB26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F5A02-63B4-45C8-94F7-237F69AC1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C0060-5A07-4C79-BD43-CE099C37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8FA597-716D-40FB-841C-C64B21043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62DF9-DC25-4896-9BDB-B0766006D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CF79-77D0-4E38-9F2B-6D5576660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D0A66-B911-464A-AA1C-8132B8BE302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BDBC3-8A84-4A08-AAA0-E5A41D167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BF5E3-83EF-44B9-888A-888F1A3CC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37DEB-A220-457C-A7B5-8585D8314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0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BC602D-4060-4490-8A10-31C6DE897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57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8D6CC7-9C6F-4F6E-8E6C-1CC98DFCF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1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lubSync: Proposed Solution Infographic">
            <a:extLst>
              <a:ext uri="{FF2B5EF4-FFF2-40B4-BE49-F238E27FC236}">
                <a16:creationId xmlns:a16="http://schemas.microsoft.com/office/drawing/2014/main" id="{F1D592C7-0902-4CC7-B37F-8790BF6A3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41071" y="-936172"/>
            <a:ext cx="4958444" cy="495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6A59A7-96FA-4636-A617-B7132244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8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A285F-7FE6-480D-9EB6-2E341F13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9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72D41-CFD8-4213-878D-B46E38520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20282" cy="692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00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337D01-4EE9-4145-AE8D-8F986FDA0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6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6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586155-C3E2-4226-8982-9986DB76A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2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44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0D3605-CA18-497D-9C09-A082E0445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57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Tejal Nankade</dc:creator>
  <cp:lastModifiedBy>Tejal Nankade</cp:lastModifiedBy>
  <cp:revision>8</cp:revision>
  <dcterms:created xsi:type="dcterms:W3CDTF">2026-09-01T16:56:03Z</dcterms:created>
  <dcterms:modified xsi:type="dcterms:W3CDTF">2026-09-01T19:35:08Z</dcterms:modified>
</cp:coreProperties>
</file>